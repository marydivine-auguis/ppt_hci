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oxima Nova Bold" charset="1" panose="02000506030000020004"/>
      <p:regular r:id="rId14"/>
    </p:embeddedFont>
    <p:embeddedFont>
      <p:font typeface="Nunito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48438" y="2159809"/>
            <a:ext cx="12848983" cy="46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9"/>
              </a:lnSpc>
            </a:pPr>
            <a:r>
              <a:rPr lang="en-US" sz="8906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C&amp;E Library Management System with Inventory Control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12681" y="6973372"/>
            <a:ext cx="7520495" cy="68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</a:pPr>
            <a:r>
              <a:rPr lang="en-US" sz="3954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Group 2 FB1-IT1-01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89976" y="2854627"/>
            <a:ext cx="14108049" cy="251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5"/>
              </a:lnSpc>
            </a:pPr>
            <a:r>
              <a:rPr lang="en-US" sz="7225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C&amp;E Library Management System with Inventory Control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6708" y="5672966"/>
            <a:ext cx="13314585" cy="1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A web-based system designed to manage library books and transactions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75229" y="3279451"/>
            <a:ext cx="15737541" cy="14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4"/>
              </a:lnSpc>
            </a:pPr>
            <a:r>
              <a:rPr lang="en-US" sz="8303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Background of the Study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53907" y="4828296"/>
            <a:ext cx="13314585" cy="239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Traditional library systems rely on manual recording which may lead to errors, loss of records, and inefficiency.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1759" y="3277070"/>
            <a:ext cx="15737541" cy="14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4"/>
              </a:lnSpc>
            </a:pPr>
            <a:r>
              <a:rPr lang="en-US" sz="8303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Purpose of the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3237" y="4823535"/>
            <a:ext cx="13314585" cy="320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To provide a simple and user-friendly platform to manage books, track availability, and record borrowing and returning.</a:t>
            </a:r>
          </a:p>
          <a:p>
            <a:pPr algn="ctr">
              <a:lnSpc>
                <a:spcPts val="643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75229" y="2924588"/>
            <a:ext cx="15737541" cy="14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4"/>
              </a:lnSpc>
            </a:pPr>
            <a:r>
              <a:rPr lang="en-US" sz="8303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System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6708" y="4256739"/>
            <a:ext cx="13314585" cy="401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- View total books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- Check available books with rent price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- View borrowed books records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- Borrow and return functionality</a:t>
            </a:r>
          </a:p>
          <a:p>
            <a:pPr algn="ctr">
              <a:lnSpc>
                <a:spcPts val="64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26950" y="3552563"/>
            <a:ext cx="15737541" cy="14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4"/>
              </a:lnSpc>
            </a:pPr>
            <a:r>
              <a:rPr lang="en-US" sz="8303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Users of the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6708" y="4723464"/>
            <a:ext cx="13314585" cy="1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The system is intended for librarians and assistant librarians to manage inventory and transactions.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75229" y="2924588"/>
            <a:ext cx="15737541" cy="14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4"/>
              </a:lnSpc>
            </a:pPr>
            <a:r>
              <a:rPr lang="en-US" sz="8303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6708" y="4256739"/>
            <a:ext cx="13314585" cy="320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54402B"/>
                </a:solidFill>
                <a:latin typeface="Nunito"/>
                <a:ea typeface="Nunito"/>
                <a:cs typeface="Nunito"/>
                <a:sym typeface="Nunito"/>
              </a:rPr>
              <a:t>The system improves efficiency, reduces manual errors, and provides organized record keeping for library management.</a:t>
            </a:r>
          </a:p>
          <a:p>
            <a:pPr algn="ctr">
              <a:lnSpc>
                <a:spcPts val="643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338540">
            <a:off x="-1979379" y="-3152007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6016158" y="0"/>
                </a:moveTo>
                <a:lnTo>
                  <a:pt x="0" y="0"/>
                </a:lnTo>
                <a:lnTo>
                  <a:pt x="0" y="6304014"/>
                </a:lnTo>
                <a:lnTo>
                  <a:pt x="6016158" y="6304014"/>
                </a:lnTo>
                <a:lnTo>
                  <a:pt x="60161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73437">
            <a:off x="-45674" y="-190594"/>
            <a:ext cx="2745248" cy="2914839"/>
          </a:xfrm>
          <a:custGeom>
            <a:avLst/>
            <a:gdLst/>
            <a:ahLst/>
            <a:cxnLst/>
            <a:rect r="r" b="b" t="t" l="l"/>
            <a:pathLst>
              <a:path h="2914839" w="2745248">
                <a:moveTo>
                  <a:pt x="0" y="0"/>
                </a:moveTo>
                <a:lnTo>
                  <a:pt x="2745248" y="0"/>
                </a:lnTo>
                <a:lnTo>
                  <a:pt x="2745248" y="2914838"/>
                </a:lnTo>
                <a:lnTo>
                  <a:pt x="0" y="291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599622">
            <a:off x="2964268" y="-3295650"/>
            <a:ext cx="4771068" cy="4114800"/>
          </a:xfrm>
          <a:custGeom>
            <a:avLst/>
            <a:gdLst/>
            <a:ahLst/>
            <a:cxnLst/>
            <a:rect r="r" b="b" t="t" l="l"/>
            <a:pathLst>
              <a:path h="4114800" w="4771068">
                <a:moveTo>
                  <a:pt x="4771068" y="0"/>
                </a:moveTo>
                <a:lnTo>
                  <a:pt x="0" y="0"/>
                </a:lnTo>
                <a:lnTo>
                  <a:pt x="0" y="4114800"/>
                </a:lnTo>
                <a:lnTo>
                  <a:pt x="4771068" y="4114800"/>
                </a:lnTo>
                <a:lnTo>
                  <a:pt x="47710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2338540">
            <a:off x="14004691" y="7700354"/>
            <a:ext cx="6016159" cy="6304013"/>
          </a:xfrm>
          <a:custGeom>
            <a:avLst/>
            <a:gdLst/>
            <a:ahLst/>
            <a:cxnLst/>
            <a:rect r="r" b="b" t="t" l="l"/>
            <a:pathLst>
              <a:path h="6304013" w="6016159">
                <a:moveTo>
                  <a:pt x="0" y="6304013"/>
                </a:moveTo>
                <a:lnTo>
                  <a:pt x="6016159" y="6304013"/>
                </a:lnTo>
                <a:lnTo>
                  <a:pt x="6016159" y="0"/>
                </a:lnTo>
                <a:lnTo>
                  <a:pt x="0" y="0"/>
                </a:lnTo>
                <a:lnTo>
                  <a:pt x="0" y="63040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83712" y="6848475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44418">
            <a:off x="-696359" y="7348459"/>
            <a:ext cx="2887841" cy="4114800"/>
          </a:xfrm>
          <a:custGeom>
            <a:avLst/>
            <a:gdLst/>
            <a:ahLst/>
            <a:cxnLst/>
            <a:rect r="r" b="b" t="t" l="l"/>
            <a:pathLst>
              <a:path h="4114800" w="2887841">
                <a:moveTo>
                  <a:pt x="0" y="0"/>
                </a:moveTo>
                <a:lnTo>
                  <a:pt x="2887842" y="0"/>
                </a:lnTo>
                <a:lnTo>
                  <a:pt x="2887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68491" y="-1495425"/>
            <a:ext cx="3381617" cy="4114800"/>
          </a:xfrm>
          <a:custGeom>
            <a:avLst/>
            <a:gdLst/>
            <a:ahLst/>
            <a:cxnLst/>
            <a:rect r="r" b="b" t="t" l="l"/>
            <a:pathLst>
              <a:path h="4114800" w="3381617">
                <a:moveTo>
                  <a:pt x="0" y="4114800"/>
                </a:moveTo>
                <a:lnTo>
                  <a:pt x="3381618" y="4114800"/>
                </a:lnTo>
                <a:lnTo>
                  <a:pt x="33816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74084">
            <a:off x="11575813" y="9431771"/>
            <a:ext cx="4020652" cy="4114800"/>
          </a:xfrm>
          <a:custGeom>
            <a:avLst/>
            <a:gdLst/>
            <a:ahLst/>
            <a:cxnLst/>
            <a:rect r="r" b="b" t="t" l="l"/>
            <a:pathLst>
              <a:path h="4114800" w="4020652">
                <a:moveTo>
                  <a:pt x="0" y="0"/>
                </a:moveTo>
                <a:lnTo>
                  <a:pt x="4020653" y="0"/>
                </a:lnTo>
                <a:lnTo>
                  <a:pt x="4020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48438" y="4492879"/>
            <a:ext cx="12848983" cy="154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3"/>
              </a:lnSpc>
            </a:pPr>
            <a:r>
              <a:rPr lang="en-US" sz="11799" b="true">
                <a:solidFill>
                  <a:srgbClr val="54402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DAHGFuz2Yso</dc:identifier>
  <dcterms:modified xsi:type="dcterms:W3CDTF">2011-08-01T06:04:30Z</dcterms:modified>
  <cp:revision>1</cp:revision>
  <dc:title>Brown Beige Aesthetic Organic Presentation</dc:title>
</cp:coreProperties>
</file>